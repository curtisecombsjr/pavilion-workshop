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 Here the same test flips FAIL→PASS purely because the mode overrode a value — no edit to the test itself.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evaluates throughput_mbs &gt; 1300. Base value 1200 fails it. The prod mode overrides only that variable to 1400, so the same test now passes — no edit to the test.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is the proof: base throughput 1200 fails the &gt; 1300 check; the prod mode overrides the value to 1400 and the identical test now passes. Both ran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Pavilion's sa_log result plugin invokes it as nodes are released from the PBS job — one CSV row per node, with the test result. It writes node(s), content (result), user, and the 'released' 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Export OS_PASS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the test fails at throughput 1200; a `prod` mode raises it to 1400 → it passes.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and a mode that changes its outcome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The test measures throughput and requires &gt; 1300. Base is 1200 (FAIL); the mode raises it.</a:t>
            </a:r>
          </a:p>
        </p:txBody>
      </p:sp>
      <p:sp>
        <p:nvSpPr>
          <p:cNvPr id="6" name="Rectangle 5"/>
          <p:cNvSpPr/>
          <p:nvPr/>
        </p:nvSpPr>
        <p:spPr>
          <a:xfrm>
            <a:off x="640080" y="2148840"/>
            <a:ext cx="10972800" cy="484632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00" b="0">
                <a:solidFill>
                  <a:srgbClr val="5B6674"/>
                </a:solidFill>
                <a:latin typeface="Consolas"/>
              </a:rPr>
              <a:t># config/suites/demo_modes.yaml   (the test)</a:t>
            </a:r>
          </a:p>
          <a:p>
            <a:pPr algn="l"/>
            <a:r>
              <a:rPr sz="1300" b="0">
                <a:solidFill>
                  <a:srgbClr val="1B2B34"/>
                </a:solidFill>
                <a:latin typeface="Consolas"/>
              </a:rPr>
              <a:t>mode_demo:</a:t>
            </a:r>
          </a:p>
          <a:p>
            <a:pPr algn="l"/>
            <a:r>
              <a:rPr sz="1300" b="0">
                <a:solidFill>
                  <a:srgbClr val="1B2B34"/>
                </a:solidFill>
                <a:latin typeface="Consolas"/>
              </a:rPr>
              <a:t>  variables:</a:t>
            </a:r>
          </a:p>
          <a:p>
            <a:pPr algn="l"/>
            <a:r>
              <a:rPr sz="1300" b="0">
                <a:solidFill>
                  <a:srgbClr val="1B2B34"/>
                </a:solidFill>
                <a:latin typeface="Consolas"/>
              </a:rPr>
              <a:t>    throughput: 1200</a:t>
            </a:r>
          </a:p>
          <a:p>
            <a:pPr algn="l"/>
            <a:r>
              <a:rPr sz="1300" b="0">
                <a:solidFill>
                  <a:srgbClr val="1B2B34"/>
                </a:solidFill>
                <a:latin typeface="Consolas"/>
              </a:rPr>
              <a:t>  run:</a:t>
            </a:r>
          </a:p>
          <a:p>
            <a:pPr algn="l"/>
            <a:r>
              <a:rPr sz="1300" b="0">
                <a:solidFill>
                  <a:srgbClr val="1B2B34"/>
                </a:solidFill>
                <a:latin typeface="Consolas"/>
              </a:rPr>
              <a:t>    cmds:</a:t>
            </a:r>
          </a:p>
          <a:p>
            <a:pPr algn="l"/>
            <a:r>
              <a:rPr sz="1300" b="0">
                <a:solidFill>
                  <a:srgbClr val="1B2B34"/>
                </a:solidFill>
                <a:latin typeface="Consolas"/>
              </a:rPr>
              <a:t>      - 'echo "throughput {{throughput}}"'</a:t>
            </a:r>
          </a:p>
          <a:p>
            <a:pPr algn="l"/>
            <a:r>
              <a:rPr sz="1300" b="0">
                <a:solidFill>
                  <a:srgbClr val="1B2B34"/>
                </a:solidFill>
                <a:latin typeface="Consolas"/>
              </a:rPr>
              <a:t>  result_parse:</a:t>
            </a:r>
          </a:p>
          <a:p>
            <a:pPr algn="l"/>
            <a:r>
              <a:rPr sz="1300" b="0">
                <a:solidFill>
                  <a:srgbClr val="1B2B34"/>
                </a:solidFill>
                <a:latin typeface="Consolas"/>
              </a:rPr>
              <a:t>    regex:</a:t>
            </a:r>
          </a:p>
          <a:p>
            <a:pPr algn="l"/>
            <a:r>
              <a:rPr sz="1300" b="0">
                <a:solidFill>
                  <a:srgbClr val="1B2B34"/>
                </a:solidFill>
                <a:latin typeface="Consolas"/>
              </a:rPr>
              <a:t>      throughput_mbs:</a:t>
            </a:r>
          </a:p>
          <a:p>
            <a:pPr algn="l"/>
            <a:r>
              <a:rPr sz="1300" b="0">
                <a:solidFill>
                  <a:srgbClr val="1B2B34"/>
                </a:solidFill>
                <a:latin typeface="Consolas"/>
              </a:rPr>
              <a:t>        regex: 'throughput (\S+)'</a:t>
            </a:r>
          </a:p>
          <a:p>
            <a:pPr algn="l"/>
            <a:r>
              <a:rPr sz="1300" b="0">
                <a:solidFill>
                  <a:srgbClr val="1B2B34"/>
                </a:solidFill>
                <a:latin typeface="Consolas"/>
              </a:rPr>
              <a:t>  result_evaluate:</a:t>
            </a:r>
          </a:p>
          <a:p>
            <a:pPr algn="l"/>
            <a:r>
              <a:rPr sz="1300" b="0">
                <a:solidFill>
                  <a:srgbClr val="1B2B34"/>
                </a:solidFill>
                <a:latin typeface="Consolas"/>
              </a:rPr>
              <a:t>    result: 'throughput_mbs &gt; 1300'      # PASS only if above 1300</a:t>
            </a:r>
          </a:p>
          <a:p>
            <a:pPr algn="l"/>
            <a:r>
              <a:rPr sz="1300" b="0">
                <a:solidFill>
                  <a:srgbClr val="1B2B34"/>
                </a:solidFill>
                <a:latin typeface="Consolas"/>
              </a:rPr>
              <a:t> </a:t>
            </a:r>
          </a:p>
          <a:p>
            <a:pPr algn="l"/>
            <a:r>
              <a:rPr sz="1300" b="0">
                <a:solidFill>
                  <a:srgbClr val="5B6674"/>
                </a:solidFill>
                <a:latin typeface="Consolas"/>
              </a:rPr>
              <a:t># config/modes/prod.yaml   (the mode overlay)</a:t>
            </a:r>
          </a:p>
          <a:p>
            <a:pPr algn="l"/>
            <a:r>
              <a:rPr sz="1300" b="0">
                <a:solidFill>
                  <a:srgbClr val="1B2B34"/>
                </a:solidFill>
                <a:latin typeface="Consolas"/>
              </a:rPr>
              <a:t>variables:</a:t>
            </a:r>
          </a:p>
          <a:p>
            <a:pPr algn="l"/>
            <a:r>
              <a:rPr sz="1300" b="0">
                <a:solidFill>
                  <a:srgbClr val="1B2B34"/>
                </a:solidFill>
                <a:latin typeface="Consolas"/>
              </a:rPr>
              <a:t>  throughput: 1400                        # override 1200 -&gt; 1400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flips FAIL → PASS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demo_modes.mode_demo           # base: throughput = 1200</a:t>
            </a:r>
          </a:p>
          <a:p>
            <a:pPr algn="l"/>
            <a:r>
              <a:rPr sz="1250" b="0">
                <a:solidFill>
                  <a:srgbClr val="1B2B34"/>
                </a:solidFill>
                <a:latin typeface="Consolas"/>
              </a:rPr>
              <a:t>  'throughput_mbs': 1200,</a:t>
            </a:r>
          </a:p>
          <a:p>
            <a:pPr algn="l"/>
            <a:r>
              <a:rPr sz="1250" b="0">
                <a:solidFill>
                  <a:srgbClr val="B32A2A"/>
                </a:solidFill>
                <a:latin typeface="Consolas"/>
              </a:rPr>
              <a:t>  'result': 'FAIL'          # 1200 &gt; 1300 is false</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8407.pbs-server pavilion workq pav_demo_*  1  1  R</a:t>
            </a:r>
          </a:p>
          <a:p>
            <a:pPr algn="l"/>
            <a:r>
              <a:rPr sz="1250" b="0">
                <a:solidFill>
                  <a:srgbClr val="1B2B34"/>
                </a:solidFill>
                <a:latin typeface="Consolas"/>
              </a:rPr>
              <a:t> </a:t>
            </a:r>
          </a:p>
          <a:p>
            <a:pPr algn="l"/>
            <a:r>
              <a:rPr sz="1400" b="1">
                <a:solidFill>
                  <a:srgbClr val="2E6DA4"/>
                </a:solidFill>
                <a:latin typeface="Consolas"/>
              </a:rPr>
              <a:t>$ pav run -m prod demo_modes.mode_demo    # prod overrides -&gt; throughput = 1400</a:t>
            </a:r>
          </a:p>
          <a:p>
            <a:pPr algn="l"/>
            <a:r>
              <a:rPr sz="1250" b="0">
                <a:solidFill>
                  <a:srgbClr val="1B2B34"/>
                </a:solidFill>
                <a:latin typeface="Consolas"/>
              </a:rPr>
              <a:t>  'throughput_mbs': 1400,</a:t>
            </a:r>
          </a:p>
          <a:p>
            <a:pPr algn="l"/>
            <a:r>
              <a:rPr sz="1250" b="0">
                <a:solidFill>
                  <a:srgbClr val="1E7D3C"/>
                </a:solidFill>
                <a:latin typeface="Consolas"/>
              </a:rPr>
              <a:t>  'result': 'PASS'          # 1400 &gt; 1300 is true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test, no edits — the prod mode raised throughput past the 1300 threshold, flipping FAIL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perf:</a:t>
            </a:r>
          </a:p>
          <a:p>
            <a:pPr algn="l"/>
            <a:r>
              <a:rPr sz="1400" b="0">
                <a:solidFill>
                  <a:srgbClr val="1B2B34"/>
                </a:solidFill>
                <a:latin typeface="Consolas"/>
              </a:rPr>
              <a:t>    tests:</a:t>
            </a:r>
          </a:p>
          <a:p>
            <a:pPr algn="l"/>
            <a:r>
              <a:rPr sz="1400" b="0">
                <a:solidFill>
                  <a:srgbClr val="1B2B34"/>
                </a:solidFill>
                <a:latin typeface="Consolas"/>
              </a:rPr>
              <a:t>      - demo_pbs.metrics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1. run in Pavilion</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2. the jobs, running in PBS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saLog wrote on release</a:t>
            </a:r>
          </a:p>
          <a:p>
            <a:pPr algn="l"/>
            <a:r>
              <a:rPr sz="1250" b="0">
                <a:solidFill>
                  <a:srgbClr val="1E7D3C"/>
                </a:solidFill>
                <a:latin typeface="Consolas"/>
              </a:rPr>
              <a:t>x1003c7s7b0n3,"pav_test result=PASS",pavilion,released</a:t>
            </a:r>
          </a:p>
          <a:p>
            <a:pPr algn="l"/>
            <a:r>
              <a:rPr sz="1250" b="0">
                <a:solidFill>
                  <a:srgbClr val="B32A2A"/>
                </a:solidFill>
                <a:latin typeface="Consolas"/>
              </a:rPr>
              <a:t>x1003c7s7b0n1,x1003c7s7b0n2,x1003c7s7b0n3,"pav_test result=FAIL",pavilion,released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jobs in PBS → saLog writes a CSV row as each node is released.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