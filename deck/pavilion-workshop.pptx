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test echoes the same flags/threads the base sets, so you can watch inheritance resolve without compiling STREAM. Proof: small got both inherited values; large kept the inherited build (flags=-O3) but overrode threads; debug kept the inherited threads but overrode the build. Note BUILD_REUSED — small and large share base's 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The read-back auto-loads the password from pavilion.yaml — no OS_PASS export needed.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INHERITANCE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inherited vs overridden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00-inheritance.sh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demo_inherit.small demo_inherit.large demo_inherit.debug</a:t>
            </a:r>
          </a:p>
          <a:p>
            <a:pPr algn="l"/>
            <a:r>
              <a:rPr sz="1250" b="0">
                <a:solidFill>
                  <a:srgbClr val="1B2B34"/>
                </a:solidFill>
                <a:latin typeface="Consolas"/>
              </a:rPr>
              <a:t>created 3 tests, 0 errors.   BUILD_REUSED: 2   # small &amp; large reuse base's build</a:t>
            </a:r>
          </a:p>
          <a:p>
            <a:pPr algn="l"/>
            <a:r>
              <a:rPr sz="1250" b="0">
                <a:solidFill>
                  <a:srgbClr val="1B2B34"/>
                </a:solidFill>
                <a:latin typeface="Consolas"/>
              </a:rPr>
              <a:t>sid: s148</a:t>
            </a:r>
          </a:p>
          <a:p>
            <a:pPr algn="l"/>
            <a:r>
              <a:rPr sz="1250" b="0">
                <a:solidFill>
                  <a:srgbClr val="1B2B34"/>
                </a:solidFill>
                <a:latin typeface="Consolas"/>
              </a:rPr>
              <a:t> </a:t>
            </a:r>
          </a:p>
          <a:p>
            <a:pPr algn="l"/>
            <a:r>
              <a:rPr sz="1400" b="1">
                <a:solidFill>
                  <a:srgbClr val="2E6DA4"/>
                </a:solidFill>
                <a:latin typeface="Consolas"/>
              </a:rPr>
              <a:t>$ qstat -a                                              # each child = its own PBS job</a:t>
            </a:r>
          </a:p>
          <a:p>
            <a:pPr algn="l"/>
            <a:r>
              <a:rPr sz="1250" b="0">
                <a:solidFill>
                  <a:srgbClr val="1B2B34"/>
                </a:solidFill>
                <a:latin typeface="Consolas"/>
              </a:rPr>
              <a:t>9068.pbs-server pavilion workq pav_demo_*  1  1  R</a:t>
            </a:r>
          </a:p>
          <a:p>
            <a:pPr algn="l"/>
            <a:r>
              <a:rPr sz="1250" b="0">
                <a:solidFill>
                  <a:srgbClr val="1B2B34"/>
                </a:solidFill>
                <a:latin typeface="Consolas"/>
              </a:rPr>
              <a:t>9069.pbs-server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s148                               # inherited vs overridden, per child</a:t>
            </a:r>
          </a:p>
          <a:p>
            <a:pPr algn="l"/>
            <a:r>
              <a:rPr sz="1250" b="0">
                <a:solidFill>
                  <a:srgbClr val="1B2B34"/>
                </a:solidFill>
                <a:latin typeface="Consolas"/>
              </a:rPr>
              <a:t>small  -&gt; flags=-O3                    threads=2    # inherits everything</a:t>
            </a:r>
          </a:p>
          <a:p>
            <a:pPr algn="l"/>
            <a:r>
              <a:rPr sz="1250" b="0">
                <a:solidFill>
                  <a:srgbClr val="1B2B34"/>
                </a:solidFill>
                <a:latin typeface="Consolas"/>
              </a:rPr>
              <a:t>large  -&gt; flags=-O3                    threads=5    # overrode just the variable</a:t>
            </a:r>
          </a:p>
          <a:p>
            <a:pPr algn="l"/>
            <a:r>
              <a:rPr sz="1250" b="0">
                <a:solidFill>
                  <a:srgbClr val="1B2B34"/>
                </a:solidFill>
                <a:latin typeface="Consolas"/>
              </a:rPr>
              <a:t>debug  -&gt; flags=-O3-fsanitize=address  threads=2    # overrode just the build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base, three children: small inherits all; large changes only the variable; debug changes only the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