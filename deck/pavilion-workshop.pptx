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The read-back auto-loads the password from pavilion.yaml — no OS_PASS export needed.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