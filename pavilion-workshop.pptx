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 is tiny — here it overrides one variable. Modes can also swap queues, bump resources, toggle features. No test edits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result is the proof — a plain run parses 'default', the prod mode merges env_label: production on top. Modes merge onto the fully-resolved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recent/test-summary read Pavilion's own run database via cmd_utils.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disk-usage walks Pavilion's working dir and totals runs / builds / series. Handy for spotting when old builds need a 'pav clean'. Same plugin API as hello/recent/test-summary.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a `prod` mode overrides a variable (env_label: default →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prod.yaml — just the config keys you want merged on top of a resolved test.</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config/modes/prod.yaml</a:t>
            </a:r>
          </a:p>
          <a:p>
            <a:pPr algn="l"/>
            <a:r>
              <a:rPr sz="1400" b="0">
                <a:solidFill>
                  <a:srgbClr val="5B6674"/>
                </a:solidFill>
                <a:latin typeface="Consolas"/>
              </a:rPr>
              <a:t># Apply with:  pav run -m prod &lt;test&gt;</a:t>
            </a:r>
          </a:p>
          <a:p>
            <a:pPr algn="l"/>
            <a:r>
              <a:rPr sz="1400" b="0">
                <a:solidFill>
                  <a:srgbClr val="1B2B34"/>
                </a:solidFill>
                <a:latin typeface="Consolas"/>
              </a:rPr>
              <a:t>variables:</a:t>
            </a:r>
          </a:p>
          <a:p>
            <a:pPr algn="l"/>
            <a:r>
              <a:rPr sz="1400" b="0">
                <a:solidFill>
                  <a:srgbClr val="1B2B34"/>
                </a:solidFill>
                <a:latin typeface="Consolas"/>
              </a:rPr>
              <a:t>  env_label: 'production'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overrides config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prod demo_modes.mode_demo    # apply the prod overlay</a:t>
            </a:r>
          </a:p>
          <a:p>
            <a:pPr algn="l"/>
            <a:r>
              <a:rPr sz="1250" b="0">
                <a:solidFill>
                  <a:srgbClr val="1B2B34"/>
                </a:solidFill>
                <a:latin typeface="Consolas"/>
              </a:rPr>
              <a:t>sid: s73</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8386.pbs-server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s73</a:t>
            </a:r>
          </a:p>
          <a:p>
            <a:pPr algn="l"/>
            <a:r>
              <a:rPr sz="1250" b="0">
                <a:solidFill>
                  <a:srgbClr val="1B2B34"/>
                </a:solidFill>
                <a:latin typeface="Consolas"/>
              </a:rPr>
              <a:t>  'name': 'demo_modes.mode_demo',</a:t>
            </a:r>
          </a:p>
          <a:p>
            <a:pPr algn="l"/>
            <a:r>
              <a:rPr sz="1250" b="0">
                <a:solidFill>
                  <a:srgbClr val="1B2B34"/>
                </a:solidFill>
                <a:latin typeface="Consolas"/>
              </a:rPr>
              <a:t>  'label': 'production',</a:t>
            </a:r>
          </a:p>
          <a:p>
            <a:pPr algn="l"/>
            <a:r>
              <a:rPr sz="1250" b="0">
                <a:solidFill>
                  <a:srgbClr val="1B2B34"/>
                </a:solidFill>
                <a:latin typeface="Consolas"/>
              </a:rPr>
              <a:t>  'var': {'env_label': 'production'}</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Plain, env_label is 'default'; with `-m prod` the overlay flips it to 'production'.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250" b="0">
                <a:solidFill>
                  <a:srgbClr val="1B2B34"/>
                </a:solidFill>
                <a:latin typeface="Consolas"/>
              </a:rPr>
              <a:t>Hello, Team!  Welcome to Pavilion 2!</a:t>
            </a:r>
          </a:p>
          <a:p>
            <a:pPr algn="l"/>
            <a:r>
              <a:rPr sz="1250" b="0">
                <a:solidFill>
                  <a:srgbClr val="1B2B34"/>
                </a:solidFill>
                <a:latin typeface="Consolas"/>
              </a:rPr>
              <a:t> </a:t>
            </a:r>
          </a:p>
          <a:p>
            <a:pPr algn="l"/>
            <a:r>
              <a:rPr sz="1400" b="1">
                <a:solidFill>
                  <a:srgbClr val="2E6DA4"/>
                </a:solidFill>
                <a:latin typeface="Consolas"/>
              </a:rPr>
              <a:t>$ pav recent -n 3</a:t>
            </a:r>
          </a:p>
          <a:p>
            <a:pPr algn="l"/>
            <a:r>
              <a:rPr sz="1250" b="0">
                <a:solidFill>
                  <a:srgbClr val="1E7D3C"/>
                </a:solidFill>
                <a:latin typeface="Consolas"/>
              </a:rPr>
              <a:t>[s75.4] opensearch_verify.os_version_tag.v1.0-verify   PASS</a:t>
            </a:r>
          </a:p>
          <a:p>
            <a:pPr algn="l"/>
            <a:r>
              <a:rPr sz="1250" b="0">
                <a:solidFill>
                  <a:srgbClr val="1E7D3C"/>
                </a:solidFill>
                <a:latin typeface="Consolas"/>
              </a:rPr>
              <a:t>[s75.3] opensearch_verify.os_with_metrics             PASS</a:t>
            </a:r>
          </a:p>
          <a:p>
            <a:pPr algn="l"/>
            <a:r>
              <a:rPr sz="1250" b="0">
                <a:solidFill>
                  <a:srgbClr val="B32A2A"/>
                </a:solidFill>
                <a:latin typeface="Consolas"/>
              </a:rPr>
              <a:t>[s75.2] opensearch_verify.os_fail                     FAIL</a:t>
            </a:r>
          </a:p>
          <a:p>
            <a:pPr algn="l"/>
            <a:r>
              <a:rPr sz="1250" b="0">
                <a:solidFill>
                  <a:srgbClr val="1B2B34"/>
                </a:solidFill>
                <a:latin typeface="Consolas"/>
              </a:rPr>
              <a:t> </a:t>
            </a:r>
          </a:p>
          <a:p>
            <a:pPr algn="l"/>
            <a:r>
              <a:rPr sz="1400" b="1">
                <a:solidFill>
                  <a:srgbClr val="2E6DA4"/>
                </a:solidFill>
                <a:latin typeface="Consolas"/>
              </a:rPr>
              <a:t>$ pav test-summary</a:t>
            </a:r>
          </a:p>
          <a:p>
            <a:pPr algn="l"/>
            <a:r>
              <a:rPr sz="1250" b="0">
                <a:solidFill>
                  <a:srgbClr val="1E7D3C"/>
                </a:solidFill>
                <a:latin typeface="Consolas"/>
              </a:rPr>
              <a:t>PASS: 74    FAIL: 8    TOTAL: 83</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 · DISK-USAGE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Disk usage at a glance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disk-usage        # our command plugin: where the space goes</a:t>
            </a:r>
          </a:p>
          <a:p>
            <a:pPr algn="l"/>
            <a:r>
              <a:rPr sz="1250" b="0">
                <a:solidFill>
                  <a:srgbClr val="1B2B34"/>
                </a:solidFill>
                <a:latin typeface="Consolas"/>
              </a:rPr>
              <a:t>Config Area: main</a:t>
            </a:r>
          </a:p>
          <a:p>
            <a:pPr algn="l"/>
            <a:r>
              <a:rPr sz="1250" b="0">
                <a:solidFill>
                  <a:srgbClr val="1B2B34"/>
                </a:solidFill>
                <a:latin typeface="Consolas"/>
              </a:rPr>
              <a:t>  Working Dir: /home/pavilion/pavilion2/working_dir</a:t>
            </a:r>
          </a:p>
          <a:p>
            <a:pPr algn="l"/>
            <a:r>
              <a:rPr sz="1250" b="0">
                <a:solidFill>
                  <a:srgbClr val="1B2B34"/>
                </a:solidFill>
                <a:latin typeface="Consolas"/>
              </a:rPr>
              <a:t>  Test Runs:     4.42 MB</a:t>
            </a:r>
          </a:p>
          <a:p>
            <a:pPr algn="l"/>
            <a:r>
              <a:rPr sz="1250" b="0">
                <a:solidFill>
                  <a:srgbClr val="1B2B34"/>
                </a:solidFill>
                <a:latin typeface="Consolas"/>
              </a:rPr>
              <a:t>  Builds:       59.77 MB</a:t>
            </a:r>
          </a:p>
          <a:p>
            <a:pPr algn="l"/>
            <a:r>
              <a:rPr sz="1250" b="0">
                <a:solidFill>
                  <a:srgbClr val="1B2B34"/>
                </a:solidFill>
                <a:latin typeface="Consolas"/>
              </a:rPr>
              <a:t> </a:t>
            </a:r>
          </a:p>
          <a:p>
            <a:pPr algn="l"/>
            <a:r>
              <a:rPr sz="1250" b="0">
                <a:solidFill>
                  <a:srgbClr val="1B2B34"/>
                </a:solidFill>
                <a:latin typeface="Consolas"/>
              </a:rPr>
              <a:t>Series:          16.84 MB</a:t>
            </a:r>
          </a:p>
          <a:p>
            <a:pPr algn="l"/>
            <a:r>
              <a:rPr sz="1250" b="0">
                <a:solidFill>
                  <a:srgbClr val="1B2B34"/>
                </a:solidFill>
                <a:latin typeface="Consolas"/>
              </a:rPr>
              <a:t>------------------------------------------------------------</a:t>
            </a:r>
          </a:p>
          <a:p>
            <a:pPr algn="l"/>
            <a:r>
              <a:rPr sz="12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Another command plugin — a quick accounting of what test runs, builds, and series consume.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